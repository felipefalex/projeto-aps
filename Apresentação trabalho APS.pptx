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3588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6E28229-A33D-47BB-838C-075F6E3F2D32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44B9D0-67C5-4526-9BA9-B3AE04BC028F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6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1200" y="635652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AC55DE2-FA9F-431B-87C4-0432B89D2E4E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pt-BR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6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72200" cy="487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8611200" y="635652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86CE15-2CD7-4006-9475-4FB8C49426CD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6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7220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8611200" y="635652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DA52C60-1139-43C4-B08E-A7ED8A47D54D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6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400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8611200" y="635652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4A5F3B-9DD5-46B2-9700-105DC184355D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16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6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96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9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1200" y="635652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277816-39FA-4D2E-8658-991B17614EDF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exto e Título Vertical">
    <p:bg>
      <p:bgPr>
        <a:solidFill>
          <a:srgbClr val="6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725680" y="365040"/>
            <a:ext cx="262872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424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8"/>
          </p:nvPr>
        </p:nvSpPr>
        <p:spPr>
          <a:xfrm>
            <a:off x="8611200" y="635652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8BCBC0-FFA2-4F6F-8188-288C642DFD71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6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96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9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21"/>
          </p:nvPr>
        </p:nvSpPr>
        <p:spPr>
          <a:xfrm>
            <a:off x="8611200" y="635652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6820A9B-56C5-4379-B48F-2E4D18449FAD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6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960" cy="28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96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8611200" y="635652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DCB1C6-D03A-4AD5-BAA3-5FD48228FC6E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6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96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172560" y="1825560"/>
            <a:ext cx="518112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8611200" y="635652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C2D82A0-4798-479E-B640-A7E55AB228C1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6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96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6172560" y="1681200"/>
            <a:ext cx="518292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172560" y="2505240"/>
            <a:ext cx="518292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os estilos de texto Mestres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8"/>
          <p:cNvSpPr>
            <a:spLocks noGrp="1"/>
          </p:cNvSpPr>
          <p:nvPr>
            <p:ph type="sldNum" idx="30"/>
          </p:nvPr>
        </p:nvSpPr>
        <p:spPr>
          <a:xfrm>
            <a:off x="8611200" y="635652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F5BBBEA-8060-4865-9CA3-5A7348D728E7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6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96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&lt;data/hora&gt;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4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sldNum" idx="33"/>
          </p:nvPr>
        </p:nvSpPr>
        <p:spPr>
          <a:xfrm>
            <a:off x="8611200" y="635652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0A236C-C793-40E8-89E7-82AA8BE0C605}" type="slidenum">
              <a:rPr lang="pt-BR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&lt;número&gt;</a:t>
            </a:fld>
            <a:endParaRPr lang="pt-BR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lang="pt-B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lang="pt-BR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CaixaDeTexto 4"/>
          <p:cNvSpPr/>
          <p:nvPr/>
        </p:nvSpPr>
        <p:spPr>
          <a:xfrm>
            <a:off x="2226600" y="752760"/>
            <a:ext cx="7738920" cy="37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4800" b="1" u="none" strike="noStrike">
                <a:solidFill>
                  <a:srgbClr val="000000"/>
                </a:solidFill>
                <a:effectLst/>
                <a:uFillTx/>
                <a:latin typeface="Segoe UI Variable Display Semib"/>
              </a:rPr>
              <a:t>O Efeito da Plataforma CMSP sobre o desempenho dos alunos das escolas estaduais de São Paulo </a:t>
            </a:r>
            <a:endParaRPr lang="pt-BR" sz="4800" b="0" u="none" strike="noStrike">
              <a:solidFill>
                <a:srgbClr val="000000"/>
              </a:solidFill>
              <a:effectLst/>
              <a:uFillTx/>
              <a:latin typeface="Segoe UI Variable Display Semib"/>
            </a:endParaRPr>
          </a:p>
        </p:txBody>
      </p:sp>
      <p:sp>
        <p:nvSpPr>
          <p:cNvPr id="70" name="CaixaDeTexto 5"/>
          <p:cNvSpPr/>
          <p:nvPr/>
        </p:nvSpPr>
        <p:spPr>
          <a:xfrm>
            <a:off x="2909160" y="4944600"/>
            <a:ext cx="637380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000000"/>
                </a:solidFill>
                <a:effectLst/>
                <a:uFillTx/>
                <a:latin typeface="Segoe UI Light"/>
              </a:rPr>
              <a:t>Andrei Schoschlakow Bonifácio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Segoe UI Light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2800" b="1" u="none" strike="noStrike">
                <a:solidFill>
                  <a:srgbClr val="000000"/>
                </a:solidFill>
                <a:effectLst/>
                <a:uFillTx/>
                <a:latin typeface="Segoe UI Light"/>
              </a:rPr>
              <a:t>Felipe Ferreira Alexandre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Segoe U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aixaDeTexto 2"/>
          <p:cNvSpPr/>
          <p:nvPr/>
        </p:nvSpPr>
        <p:spPr>
          <a:xfrm>
            <a:off x="385200" y="428400"/>
            <a:ext cx="114220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600" b="1" u="none" strike="noStrike">
                <a:solidFill>
                  <a:srgbClr val="000000"/>
                </a:solidFill>
                <a:effectLst/>
                <a:uFillTx/>
                <a:latin typeface="Segoe UI Variable Display Semib"/>
              </a:rPr>
              <a:t>Introdução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Segoe UI Variable Display Semib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aixaDeTexto 1"/>
          <p:cNvSpPr/>
          <p:nvPr/>
        </p:nvSpPr>
        <p:spPr>
          <a:xfrm>
            <a:off x="385200" y="428400"/>
            <a:ext cx="112518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600" b="1" u="none" strike="noStrike">
                <a:solidFill>
                  <a:srgbClr val="000000"/>
                </a:solidFill>
                <a:effectLst/>
                <a:uFillTx/>
                <a:latin typeface="Segoe UI Variable Display Semib"/>
              </a:rPr>
              <a:t>Dados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CaixaDeTexto 6"/>
          <p:cNvSpPr/>
          <p:nvPr/>
        </p:nvSpPr>
        <p:spPr>
          <a:xfrm>
            <a:off x="385560" y="428760"/>
            <a:ext cx="1125180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600" b="1" u="none" strike="noStrike">
                <a:solidFill>
                  <a:srgbClr val="000000"/>
                </a:solidFill>
                <a:effectLst/>
                <a:uFillTx/>
                <a:latin typeface="Segoe UI Variable Display Semib"/>
              </a:rPr>
              <a:t>Metodologia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aixaDeTexto 3"/>
          <p:cNvSpPr/>
          <p:nvPr/>
        </p:nvSpPr>
        <p:spPr>
          <a:xfrm>
            <a:off x="385200" y="428400"/>
            <a:ext cx="114220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600" b="1" u="none" strike="noStrike">
                <a:solidFill>
                  <a:srgbClr val="000000"/>
                </a:solidFill>
                <a:effectLst/>
                <a:uFillTx/>
                <a:latin typeface="Segoe UI Variable Display Semib"/>
              </a:rPr>
              <a:t>Resultados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CaixaDeTexto 7"/>
          <p:cNvSpPr/>
          <p:nvPr/>
        </p:nvSpPr>
        <p:spPr>
          <a:xfrm>
            <a:off x="385200" y="428760"/>
            <a:ext cx="114220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600" b="1" u="none" strike="noStrike">
                <a:solidFill>
                  <a:srgbClr val="000000"/>
                </a:solidFill>
                <a:effectLst/>
                <a:uFillTx/>
                <a:latin typeface="Segoe UI Variable Display Semib"/>
              </a:rPr>
              <a:t>Conclusão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2011</TotalTime>
  <Application>LibreOffice/25.8.7.1$Windows_X86_64 LibreOffice_project/39c3b7ac021cfb9f4ca681457ad36828f90e2ce7</Application>
  <AppVersion>15.0000</AppVersion>
  <Words>1694</Words>
  <Paragraphs>59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2025-10-08T12:24:17Z</dcterms:created>
  <dc:creator>Andrei Bonifácio</dc:creator>
  <dc:description/>
  <dc:language>pt-BR</dc:language>
  <cp:lastModifiedBy/>
  <dcterms:modified xsi:type="dcterms:W3CDTF">2026-06-21T22:01:41Z</dcterms:modified>
  <cp:revision>47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13</vt:i4>
  </property>
</Properties>
</file>