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ustom.xml" ContentType="application/vnd.openxmlformats-officedocument.custom-properti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theme/theme12.xml" ContentType="application/vnd.openxmlformats-officedocument.theme+xml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Masters/slideMaster1.xml" ContentType="application/vnd.openxmlformats-officedocument.presentationml.slideMaster+xml"/>
  <Override PartName="/ppt/notesSlides/notesSlide3.xml" ContentType="application/vnd.openxmlformats-officedocument.presentationml.notesSlid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presProps.xml" ContentType="application/vnd.openxmlformats-officedocument.presentationml.presPro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</p:sldIdLst>
  <p:sldSz cx="12193588" cy="6858000"/>
  <p:notesSz cx="6858000" cy="91440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1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PlaceHolder 1"/>
          <p:cNvSpPr>
            <a:spLocks noGrp="1"/>
          </p:cNvSpPr>
          <p:nvPr>
            <p:ph type="sldImg"/>
          </p:nvPr>
        </p:nvSpPr>
        <p:spPr>
          <a:xfrm>
            <a:off x="0" y="81252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r>
              <a:rPr lang="pt-BR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Clique para mover o slide</a:t>
            </a:r>
            <a:endParaRPr lang="pt-B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lang="pt-B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Clique para editar o formato de notas</a:t>
            </a:r>
            <a:endParaRPr lang="pt-B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&lt;cabeçalho&gt;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6" name="PlaceHolder 4"/>
          <p:cNvSpPr>
            <a:spLocks noGrp="1"/>
          </p:cNvSpPr>
          <p:nvPr>
            <p:ph type="dt" idx="34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buNone/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&lt;data/hora&gt;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7" name="PlaceHolder 5"/>
          <p:cNvSpPr>
            <a:spLocks noGrp="1"/>
          </p:cNvSpPr>
          <p:nvPr>
            <p:ph type="ftr" idx="35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>
              <a:buNone/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&lt;rodapé&gt;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8" name="PlaceHolder 6"/>
          <p:cNvSpPr>
            <a:spLocks noGrp="1"/>
          </p:cNvSpPr>
          <p:nvPr>
            <p:ph type="sldNum" idx="36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buNone/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4130F3EF-30A6-42EC-A654-DE78B62F3EC3}" type="slidenum"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&lt;número&gt;</a:t>
            </a:fld>
            <a:endParaRPr lang="pt-B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8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" name="PlaceHolder 3"/>
          <p:cNvSpPr>
            <a:spLocks noGrp="1"/>
          </p:cNvSpPr>
          <p:nvPr>
            <p:ph type="sldNum" idx="37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lang="pt-BR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4FBE99A4-972E-462C-A5D6-0FB890023BE8}" type="slidenum">
              <a:rPr lang="pt-BR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&lt;número&gt;</a:t>
            </a:fld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Duas Partes de Conteúdo">
    <p:bg>
      <p:bgPr>
        <a:solidFill>
          <a:srgbClr val="6c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600" cy="1324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lang="pt-BR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Clique para editar o título Mestre</a:t>
            </a:r>
            <a:endParaRPr lang="pt-BR" sz="4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5180760" cy="4350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pt-BR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Clique para editar os estilos de texto Mestres</a:t>
            </a:r>
            <a:endParaRPr lang="pt-BR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pt-BR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Segundo nível</a:t>
            </a:r>
            <a:endParaRPr lang="pt-BR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pt-BR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Terceiro nível</a:t>
            </a:r>
            <a:endParaRPr lang="pt-BR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pt-BR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Quarto nível</a:t>
            </a:r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pt-BR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Quinto nível</a:t>
            </a:r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body"/>
          </p:nvPr>
        </p:nvSpPr>
        <p:spPr>
          <a:xfrm>
            <a:off x="6172560" y="1825560"/>
            <a:ext cx="5180760" cy="4350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pt-BR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Clique para editar os estilos de texto Mestres</a:t>
            </a:r>
            <a:endParaRPr lang="pt-BR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pt-BR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Segundo nível</a:t>
            </a:r>
            <a:endParaRPr lang="pt-BR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pt-BR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Terceiro nível</a:t>
            </a:r>
            <a:endParaRPr lang="pt-BR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pt-BR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Quarto nível</a:t>
            </a:r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pt-BR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Quinto nível</a:t>
            </a:r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dt" idx="1"/>
          </p:nvPr>
        </p:nvSpPr>
        <p:spPr>
          <a:xfrm>
            <a:off x="838080" y="6356520"/>
            <a:ext cx="274248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pt-BR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pt-BR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 </a:t>
            </a:r>
            <a:endParaRPr lang="pt-BR" sz="12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>
          <a:xfrm>
            <a:off x="4038480" y="6356520"/>
            <a:ext cx="411408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pt-BR" sz="1400" b="0" u="none" strike="noStrike">
                <a:solidFill>
                  <a:srgbClr val="ffffff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pt-BR" sz="1400" b="0" u="none" strike="noStrike">
                <a:solidFill>
                  <a:srgbClr val="ffffff"/>
                </a:solidFill>
                <a:effectLst/>
                <a:uFillTx/>
                <a:latin typeface="Times New Roman"/>
              </a:rPr>
              <a:t> </a:t>
            </a:r>
            <a:endParaRPr lang="pt-BR" sz="1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>
          <a:xfrm>
            <a:off x="8611200" y="6356520"/>
            <a:ext cx="274248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pt-BR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2EA60452-9059-41C0-AE3C-B7A1DCB9808C}" type="slidenum">
              <a:rPr lang="pt-BR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4</a:t>
            </a:fld>
            <a:endParaRPr lang="pt-BR" sz="12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ação">
    <p:bg>
      <p:bgPr>
        <a:solidFill>
          <a:srgbClr val="6c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laceHolder 1"/>
          <p:cNvSpPr>
            <a:spLocks noGrp="1"/>
          </p:cNvSpPr>
          <p:nvPr>
            <p:ph type="title"/>
          </p:nvPr>
        </p:nvSpPr>
        <p:spPr>
          <a:xfrm>
            <a:off x="839880" y="365040"/>
            <a:ext cx="10515600" cy="1324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lang="pt-BR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Clique para editar o título Mestre</a:t>
            </a:r>
            <a:endParaRPr lang="pt-BR" sz="4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" name="PlaceHolder 2"/>
          <p:cNvSpPr>
            <a:spLocks noGrp="1"/>
          </p:cNvSpPr>
          <p:nvPr>
            <p:ph type="body"/>
          </p:nvPr>
        </p:nvSpPr>
        <p:spPr>
          <a:xfrm>
            <a:off x="839880" y="1681200"/>
            <a:ext cx="5157000" cy="822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lang="pt-BR" sz="2400" b="1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Clique para editar os estilos de texto Mestres</a:t>
            </a:r>
            <a:endParaRPr lang="pt-BR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" name="PlaceHolder 3"/>
          <p:cNvSpPr>
            <a:spLocks noGrp="1"/>
          </p:cNvSpPr>
          <p:nvPr>
            <p:ph type="body"/>
          </p:nvPr>
        </p:nvSpPr>
        <p:spPr>
          <a:xfrm>
            <a:off x="839880" y="2505240"/>
            <a:ext cx="5157000" cy="3683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pt-BR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Clique para editar os estilos de texto Mestres</a:t>
            </a:r>
            <a:endParaRPr lang="pt-BR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pt-BR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Segundo nível</a:t>
            </a:r>
            <a:endParaRPr lang="pt-BR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pt-BR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Terceiro nível</a:t>
            </a:r>
            <a:endParaRPr lang="pt-BR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pt-BR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Quarto nível</a:t>
            </a:r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pt-BR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Quinto nível</a:t>
            </a:r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" name="PlaceHolder 4"/>
          <p:cNvSpPr>
            <a:spLocks noGrp="1"/>
          </p:cNvSpPr>
          <p:nvPr>
            <p:ph type="body"/>
          </p:nvPr>
        </p:nvSpPr>
        <p:spPr>
          <a:xfrm>
            <a:off x="6172560" y="1681200"/>
            <a:ext cx="5182560" cy="822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lang="pt-BR" sz="2400" b="1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Clique para editar os estilos de texto Mestres</a:t>
            </a:r>
            <a:endParaRPr lang="pt-BR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" name="PlaceHolder 5"/>
          <p:cNvSpPr>
            <a:spLocks noGrp="1"/>
          </p:cNvSpPr>
          <p:nvPr>
            <p:ph type="body"/>
          </p:nvPr>
        </p:nvSpPr>
        <p:spPr>
          <a:xfrm>
            <a:off x="6172560" y="2505240"/>
            <a:ext cx="5182560" cy="3683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pt-BR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Clique para editar os estilos de texto Mestres</a:t>
            </a:r>
            <a:endParaRPr lang="pt-BR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pt-BR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Segundo nível</a:t>
            </a:r>
            <a:endParaRPr lang="pt-BR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pt-BR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Terceiro nível</a:t>
            </a:r>
            <a:endParaRPr lang="pt-BR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pt-BR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Quarto nível</a:t>
            </a:r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pt-BR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Quinto nível</a:t>
            </a:r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" name="PlaceHolder 6"/>
          <p:cNvSpPr>
            <a:spLocks noGrp="1"/>
          </p:cNvSpPr>
          <p:nvPr>
            <p:ph type="dt" idx="4"/>
          </p:nvPr>
        </p:nvSpPr>
        <p:spPr>
          <a:xfrm>
            <a:off x="838080" y="6356520"/>
            <a:ext cx="274248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pt-BR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pt-BR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 </a:t>
            </a:r>
            <a:endParaRPr lang="pt-BR" sz="12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4" name="PlaceHolder 7"/>
          <p:cNvSpPr>
            <a:spLocks noGrp="1"/>
          </p:cNvSpPr>
          <p:nvPr>
            <p:ph type="ftr" idx="5"/>
          </p:nvPr>
        </p:nvSpPr>
        <p:spPr>
          <a:xfrm>
            <a:off x="4038480" y="6356520"/>
            <a:ext cx="411408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pt-BR" sz="1400" b="0" u="none" strike="noStrike">
                <a:solidFill>
                  <a:srgbClr val="ffffff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pt-BR" sz="1400" b="0" u="none" strike="noStrike">
                <a:solidFill>
                  <a:srgbClr val="ffffff"/>
                </a:solidFill>
                <a:effectLst/>
                <a:uFillTx/>
                <a:latin typeface="Times New Roman"/>
              </a:rPr>
              <a:t> </a:t>
            </a:r>
            <a:endParaRPr lang="pt-BR" sz="1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5" name="PlaceHolder 8"/>
          <p:cNvSpPr>
            <a:spLocks noGrp="1"/>
          </p:cNvSpPr>
          <p:nvPr>
            <p:ph type="sldNum" idx="6"/>
          </p:nvPr>
        </p:nvSpPr>
        <p:spPr>
          <a:xfrm>
            <a:off x="8611200" y="6356520"/>
            <a:ext cx="274248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pt-BR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9541C923-BDF0-4343-906E-5135417AFC72}" type="slidenum">
              <a:rPr lang="pt-BR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4</a:t>
            </a:fld>
            <a:endParaRPr lang="pt-BR" sz="12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Somente Título">
    <p:bg>
      <p:bgPr>
        <a:solidFill>
          <a:srgbClr val="6c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600" cy="1324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lang="pt-BR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Clique para editar o título Mestre</a:t>
            </a:r>
            <a:endParaRPr lang="pt-BR" sz="4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" name="PlaceHolder 2"/>
          <p:cNvSpPr>
            <a:spLocks noGrp="1"/>
          </p:cNvSpPr>
          <p:nvPr>
            <p:ph type="dt" idx="7"/>
          </p:nvPr>
        </p:nvSpPr>
        <p:spPr>
          <a:xfrm>
            <a:off x="838080" y="6356520"/>
            <a:ext cx="274248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pt-BR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pt-BR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 </a:t>
            </a:r>
            <a:endParaRPr lang="pt-BR" sz="12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8" name="PlaceHolder 3"/>
          <p:cNvSpPr>
            <a:spLocks noGrp="1"/>
          </p:cNvSpPr>
          <p:nvPr>
            <p:ph type="ftr" idx="8"/>
          </p:nvPr>
        </p:nvSpPr>
        <p:spPr>
          <a:xfrm>
            <a:off x="4038480" y="6356520"/>
            <a:ext cx="411408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pt-BR" sz="1400" b="0" u="none" strike="noStrike">
                <a:solidFill>
                  <a:srgbClr val="ffffff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pt-BR" sz="1400" b="0" u="none" strike="noStrike">
                <a:solidFill>
                  <a:srgbClr val="ffffff"/>
                </a:solidFill>
                <a:effectLst/>
                <a:uFillTx/>
                <a:latin typeface="Times New Roman"/>
              </a:rPr>
              <a:t> </a:t>
            </a:r>
            <a:endParaRPr lang="pt-BR" sz="1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9" name="PlaceHolder 4"/>
          <p:cNvSpPr>
            <a:spLocks noGrp="1"/>
          </p:cNvSpPr>
          <p:nvPr>
            <p:ph type="sldNum" idx="9"/>
          </p:nvPr>
        </p:nvSpPr>
        <p:spPr>
          <a:xfrm>
            <a:off x="8611200" y="6356520"/>
            <a:ext cx="274248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pt-BR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4BC3496A-D4DF-4F36-AC69-A89FD0AE649A}" type="slidenum">
              <a:rPr lang="pt-BR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4</a:t>
            </a:fld>
            <a:endParaRPr lang="pt-BR" sz="12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0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3160" cy="397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pt-BR" sz="32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Clique para editar o formato de texto dos tópicos</a:t>
            </a:r>
            <a:endParaRPr lang="pt-BR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pt-BR" sz="28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2.º nível de tópicos</a:t>
            </a:r>
            <a:endParaRPr lang="pt-BR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pt-BR" sz="24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3.º nível de tópicos</a:t>
            </a:r>
            <a:endParaRPr lang="pt-BR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pt-BR" sz="20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4.º nível de tópicos</a:t>
            </a:r>
            <a:endParaRPr lang="pt-BR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pt-BR" sz="20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5.º nível de tópicos</a:t>
            </a:r>
            <a:endParaRPr lang="pt-BR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pt-BR" sz="20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6.º nível de tópicos</a:t>
            </a:r>
            <a:endParaRPr lang="pt-BR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pt-BR" sz="20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7.º nível de tópicos</a:t>
            </a:r>
            <a:endParaRPr lang="pt-BR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Em Branco">
    <p:bg>
      <p:bgPr>
        <a:solidFill>
          <a:srgbClr val="6c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PlaceHolder 1"/>
          <p:cNvSpPr>
            <a:spLocks noGrp="1"/>
          </p:cNvSpPr>
          <p:nvPr>
            <p:ph type="dt" idx="10"/>
          </p:nvPr>
        </p:nvSpPr>
        <p:spPr>
          <a:xfrm>
            <a:off x="838080" y="6356520"/>
            <a:ext cx="274248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pt-BR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pt-BR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&lt;data/hora&gt;</a:t>
            </a:r>
            <a:endParaRPr lang="pt-BR" sz="12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2" name="PlaceHolder 2"/>
          <p:cNvSpPr>
            <a:spLocks noGrp="1"/>
          </p:cNvSpPr>
          <p:nvPr>
            <p:ph type="ftr" idx="11"/>
          </p:nvPr>
        </p:nvSpPr>
        <p:spPr>
          <a:xfrm>
            <a:off x="4038480" y="6356520"/>
            <a:ext cx="411408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pt-BR" sz="1400" b="0" u="none" strike="noStrike">
                <a:solidFill>
                  <a:srgbClr val="ffffff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pt-BR" sz="1400" b="0" u="none" strike="noStrike">
                <a:solidFill>
                  <a:srgbClr val="ffffff"/>
                </a:solidFill>
                <a:effectLst/>
                <a:uFillTx/>
                <a:latin typeface="Times New Roman"/>
              </a:rPr>
              <a:t>&lt;rodapé&gt;</a:t>
            </a:r>
            <a:endParaRPr lang="pt-BR" sz="1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3" name="PlaceHolder 3"/>
          <p:cNvSpPr>
            <a:spLocks noGrp="1"/>
          </p:cNvSpPr>
          <p:nvPr>
            <p:ph type="sldNum" idx="12"/>
          </p:nvPr>
        </p:nvSpPr>
        <p:spPr>
          <a:xfrm>
            <a:off x="8611200" y="6356520"/>
            <a:ext cx="274248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pt-BR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1CF24D4A-C9AA-445E-93D5-17D72B779DBA}" type="slidenum">
              <a:rPr lang="pt-BR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&lt;número&gt;</a:t>
            </a:fld>
            <a:endParaRPr lang="pt-BR" sz="12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4" name="PlaceHolder 4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3160" cy="1144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pt-BR" sz="44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Clique para editar o formato do texto do título</a:t>
            </a:r>
            <a:endParaRPr lang="pt-BR" sz="4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3160" cy="397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pt-BR" sz="32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Clique para editar o formato de texto dos tópicos</a:t>
            </a:r>
            <a:endParaRPr lang="pt-BR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pt-BR" sz="28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2.º nível de tópicos</a:t>
            </a:r>
            <a:endParaRPr lang="pt-BR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pt-BR" sz="24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3.º nível de tópicos</a:t>
            </a:r>
            <a:endParaRPr lang="pt-BR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pt-BR" sz="20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4.º nível de tópicos</a:t>
            </a:r>
            <a:endParaRPr lang="pt-BR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pt-BR" sz="20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5.º nível de tópicos</a:t>
            </a:r>
            <a:endParaRPr lang="pt-BR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pt-BR" sz="20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6.º nível de tópicos</a:t>
            </a:r>
            <a:endParaRPr lang="pt-BR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pt-BR" sz="20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7.º nível de tópicos</a:t>
            </a:r>
            <a:endParaRPr lang="pt-BR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údo com Legenda">
    <p:bg>
      <p:bgPr>
        <a:solidFill>
          <a:srgbClr val="6c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839880" y="457200"/>
            <a:ext cx="3931560" cy="1599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lang="pt-BR" sz="32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Clique para editar o título Mestre</a:t>
            </a:r>
            <a:endParaRPr lang="pt-BR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 type="body"/>
          </p:nvPr>
        </p:nvSpPr>
        <p:spPr>
          <a:xfrm>
            <a:off x="5183640" y="987480"/>
            <a:ext cx="6171840" cy="4872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pt-BR" sz="32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Clique para editar os estilos de texto Mestres</a:t>
            </a:r>
            <a:endParaRPr lang="pt-BR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pt-BR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Segundo nível</a:t>
            </a:r>
            <a:endParaRPr lang="pt-BR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pt-BR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Terceiro nível</a:t>
            </a:r>
            <a:endParaRPr lang="pt-BR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pt-BR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Quarto nível</a:t>
            </a:r>
            <a:endParaRPr lang="pt-BR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pt-BR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Quinto nível</a:t>
            </a:r>
            <a:endParaRPr lang="pt-BR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 type="body"/>
          </p:nvPr>
        </p:nvSpPr>
        <p:spPr>
          <a:xfrm>
            <a:off x="839880" y="2057400"/>
            <a:ext cx="3931560" cy="3810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lang="pt-BR" sz="16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Clique para editar os estilos de texto Mestres</a:t>
            </a:r>
            <a:endParaRPr lang="pt-BR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" name="PlaceHolder 4"/>
          <p:cNvSpPr>
            <a:spLocks noGrp="1"/>
          </p:cNvSpPr>
          <p:nvPr>
            <p:ph type="dt" idx="13"/>
          </p:nvPr>
        </p:nvSpPr>
        <p:spPr>
          <a:xfrm>
            <a:off x="838080" y="6356520"/>
            <a:ext cx="274248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pt-BR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pt-BR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&lt;data/hora&gt;</a:t>
            </a:r>
            <a:endParaRPr lang="pt-BR" sz="12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0" name="PlaceHolder 5"/>
          <p:cNvSpPr>
            <a:spLocks noGrp="1"/>
          </p:cNvSpPr>
          <p:nvPr>
            <p:ph type="ftr" idx="14"/>
          </p:nvPr>
        </p:nvSpPr>
        <p:spPr>
          <a:xfrm>
            <a:off x="4038480" y="6356520"/>
            <a:ext cx="411408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pt-BR" sz="1400" b="0" u="none" strike="noStrike">
                <a:solidFill>
                  <a:srgbClr val="ffffff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pt-BR" sz="1400" b="0" u="none" strike="noStrike">
                <a:solidFill>
                  <a:srgbClr val="ffffff"/>
                </a:solidFill>
                <a:effectLst/>
                <a:uFillTx/>
                <a:latin typeface="Times New Roman"/>
              </a:rPr>
              <a:t>&lt;rodapé&gt;</a:t>
            </a:r>
            <a:endParaRPr lang="pt-BR" sz="1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1" name="PlaceHolder 6"/>
          <p:cNvSpPr>
            <a:spLocks noGrp="1"/>
          </p:cNvSpPr>
          <p:nvPr>
            <p:ph type="sldNum" idx="15"/>
          </p:nvPr>
        </p:nvSpPr>
        <p:spPr>
          <a:xfrm>
            <a:off x="8611200" y="6356520"/>
            <a:ext cx="274248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pt-BR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52841478-C79C-40FF-9878-63E878DE1709}" type="slidenum">
              <a:rPr lang="pt-BR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&lt;número&gt;</a:t>
            </a:fld>
            <a:endParaRPr lang="pt-BR" sz="12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Imagem com Legenda">
    <p:bg>
      <p:bgPr>
        <a:solidFill>
          <a:srgbClr val="6c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PlaceHolder 1"/>
          <p:cNvSpPr>
            <a:spLocks noGrp="1"/>
          </p:cNvSpPr>
          <p:nvPr>
            <p:ph type="title"/>
          </p:nvPr>
        </p:nvSpPr>
        <p:spPr>
          <a:xfrm>
            <a:off x="839880" y="457200"/>
            <a:ext cx="3931560" cy="1599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lang="pt-BR" sz="32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Clique para editar o título Mestre</a:t>
            </a:r>
            <a:endParaRPr lang="pt-BR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" name="PlaceHolder 2"/>
          <p:cNvSpPr>
            <a:spLocks noGrp="1"/>
          </p:cNvSpPr>
          <p:nvPr>
            <p:ph type="body"/>
          </p:nvPr>
        </p:nvSpPr>
        <p:spPr>
          <a:xfrm>
            <a:off x="5183640" y="987480"/>
            <a:ext cx="6171840" cy="4872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pt-BR" sz="32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Clique para editar o formato de texto dos tópicos</a:t>
            </a:r>
            <a:endParaRPr lang="pt-BR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90000"/>
              </a:lnSpc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pt-BR" sz="32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2.º nível de tópicos</a:t>
            </a:r>
            <a:endParaRPr lang="pt-BR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90000"/>
              </a:lnSpc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pt-BR" sz="32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3.º nível de tópicos</a:t>
            </a:r>
            <a:endParaRPr lang="pt-BR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90000"/>
              </a:lnSpc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pt-BR" sz="32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4.º nível de tópicos</a:t>
            </a:r>
            <a:endParaRPr lang="pt-BR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pt-BR" sz="32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5.º nível de tópicos</a:t>
            </a:r>
            <a:endParaRPr lang="pt-BR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pt-BR" sz="32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6.º nível de tópicos</a:t>
            </a:r>
            <a:endParaRPr lang="pt-BR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pt-BR" sz="32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7.º nível de tópicos</a:t>
            </a:r>
            <a:endParaRPr lang="pt-BR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" name="PlaceHolder 3"/>
          <p:cNvSpPr>
            <a:spLocks noGrp="1"/>
          </p:cNvSpPr>
          <p:nvPr>
            <p:ph type="body"/>
          </p:nvPr>
        </p:nvSpPr>
        <p:spPr>
          <a:xfrm>
            <a:off x="839880" y="2057400"/>
            <a:ext cx="3931560" cy="3810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lang="pt-BR" sz="16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Clique para editar os estilos de texto Mestres</a:t>
            </a:r>
            <a:endParaRPr lang="pt-BR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" name="PlaceHolder 4"/>
          <p:cNvSpPr>
            <a:spLocks noGrp="1"/>
          </p:cNvSpPr>
          <p:nvPr>
            <p:ph type="dt" idx="16"/>
          </p:nvPr>
        </p:nvSpPr>
        <p:spPr>
          <a:xfrm>
            <a:off x="838080" y="6356520"/>
            <a:ext cx="274248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pt-BR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pt-BR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&lt;data/hora&gt;</a:t>
            </a:r>
            <a:endParaRPr lang="pt-BR" sz="12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6" name="PlaceHolder 5"/>
          <p:cNvSpPr>
            <a:spLocks noGrp="1"/>
          </p:cNvSpPr>
          <p:nvPr>
            <p:ph type="ftr" idx="17"/>
          </p:nvPr>
        </p:nvSpPr>
        <p:spPr>
          <a:xfrm>
            <a:off x="4038480" y="6356520"/>
            <a:ext cx="411408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pt-BR" sz="1400" b="0" u="none" strike="noStrike">
                <a:solidFill>
                  <a:srgbClr val="ffffff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pt-BR" sz="1400" b="0" u="none" strike="noStrike">
                <a:solidFill>
                  <a:srgbClr val="ffffff"/>
                </a:solidFill>
                <a:effectLst/>
                <a:uFillTx/>
                <a:latin typeface="Times New Roman"/>
              </a:rPr>
              <a:t>&lt;rodapé&gt;</a:t>
            </a:r>
            <a:endParaRPr lang="pt-BR" sz="1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7" name="PlaceHolder 6"/>
          <p:cNvSpPr>
            <a:spLocks noGrp="1"/>
          </p:cNvSpPr>
          <p:nvPr>
            <p:ph type="sldNum" idx="18"/>
          </p:nvPr>
        </p:nvSpPr>
        <p:spPr>
          <a:xfrm>
            <a:off x="8611200" y="6356520"/>
            <a:ext cx="274248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pt-BR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DEC46CD5-9325-4A45-906F-748E031FAA2F}" type="slidenum">
              <a:rPr lang="pt-BR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&lt;número&gt;</a:t>
            </a:fld>
            <a:endParaRPr lang="pt-BR" sz="12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Slide de Título">
    <p:bg>
      <p:bgPr>
        <a:solidFill>
          <a:srgbClr val="6c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PlaceHolder 1"/>
          <p:cNvSpPr>
            <a:spLocks noGrp="1"/>
          </p:cNvSpPr>
          <p:nvPr>
            <p:ph type="title"/>
          </p:nvPr>
        </p:nvSpPr>
        <p:spPr>
          <a:xfrm>
            <a:off x="1523880" y="1122480"/>
            <a:ext cx="9143640" cy="2386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algn="ctr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lang="pt-BR" sz="60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Clique para editar o título Mestre</a:t>
            </a:r>
            <a:endParaRPr lang="pt-BR" sz="6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" name="PlaceHolder 2"/>
          <p:cNvSpPr>
            <a:spLocks noGrp="1"/>
          </p:cNvSpPr>
          <p:nvPr>
            <p:ph type="dt" idx="19"/>
          </p:nvPr>
        </p:nvSpPr>
        <p:spPr>
          <a:xfrm>
            <a:off x="838080" y="6356520"/>
            <a:ext cx="274248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pt-BR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pt-BR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&lt;data/hora&gt;</a:t>
            </a:r>
            <a:endParaRPr lang="pt-BR" sz="12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0" name="PlaceHolder 3"/>
          <p:cNvSpPr>
            <a:spLocks noGrp="1"/>
          </p:cNvSpPr>
          <p:nvPr>
            <p:ph type="ftr" idx="20"/>
          </p:nvPr>
        </p:nvSpPr>
        <p:spPr>
          <a:xfrm>
            <a:off x="4038480" y="6356520"/>
            <a:ext cx="411408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pt-BR" sz="1400" b="0" u="none" strike="noStrike">
                <a:solidFill>
                  <a:srgbClr val="ffffff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pt-BR" sz="1400" b="0" u="none" strike="noStrike">
                <a:solidFill>
                  <a:srgbClr val="ffffff"/>
                </a:solidFill>
                <a:effectLst/>
                <a:uFillTx/>
                <a:latin typeface="Times New Roman"/>
              </a:rPr>
              <a:t>&lt;rodapé&gt;</a:t>
            </a:r>
            <a:endParaRPr lang="pt-BR" sz="1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1" name="PlaceHolder 4"/>
          <p:cNvSpPr>
            <a:spLocks noGrp="1"/>
          </p:cNvSpPr>
          <p:nvPr>
            <p:ph type="sldNum" idx="21"/>
          </p:nvPr>
        </p:nvSpPr>
        <p:spPr>
          <a:xfrm>
            <a:off x="8611200" y="6356520"/>
            <a:ext cx="274248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pt-BR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D91AE327-00AD-4FFC-867F-E3E32FA27D13}" type="slidenum">
              <a:rPr lang="pt-BR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&lt;número&gt;</a:t>
            </a:fld>
            <a:endParaRPr lang="pt-BR" sz="12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2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800" cy="3976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pt-BR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Clique para editar o formato de texto dos tópicos</a:t>
            </a:r>
            <a:endParaRPr lang="pt-BR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90000"/>
              </a:lnSpc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pt-BR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2.º nível de tópicos</a:t>
            </a:r>
            <a:endParaRPr lang="pt-BR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90000"/>
              </a:lnSpc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pt-BR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3.º nível de tópicos</a:t>
            </a:r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90000"/>
              </a:lnSpc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pt-BR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4.º nível de tópicos</a:t>
            </a:r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pt-BR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5.º nível de tópicos</a:t>
            </a:r>
            <a:endParaRPr lang="pt-BR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pt-BR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6.º nível de tópicos</a:t>
            </a:r>
            <a:endParaRPr lang="pt-BR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pt-BR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7.º nível de tópicos</a:t>
            </a:r>
            <a:endParaRPr lang="pt-BR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ítulo e Texto Vertical">
    <p:bg>
      <p:bgPr>
        <a:solidFill>
          <a:srgbClr val="6c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600" cy="1324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lang="pt-BR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Clique para editar o título Mestre</a:t>
            </a:r>
            <a:endParaRPr lang="pt-BR" sz="4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10515600" cy="4350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pt-BR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Clique para editar os estilos de texto Mestres</a:t>
            </a:r>
            <a:endParaRPr lang="pt-BR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pt-BR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Segundo nível</a:t>
            </a:r>
            <a:endParaRPr lang="pt-BR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pt-BR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Terceiro nível</a:t>
            </a:r>
            <a:endParaRPr lang="pt-BR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pt-BR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Quarto nível</a:t>
            </a:r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pt-BR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Quinto nível</a:t>
            </a:r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" name="PlaceHolder 3"/>
          <p:cNvSpPr>
            <a:spLocks noGrp="1"/>
          </p:cNvSpPr>
          <p:nvPr>
            <p:ph type="dt" idx="22"/>
          </p:nvPr>
        </p:nvSpPr>
        <p:spPr>
          <a:xfrm>
            <a:off x="838080" y="6356520"/>
            <a:ext cx="274248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pt-BR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pt-BR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&lt;data/hora&gt;</a:t>
            </a:r>
            <a:endParaRPr lang="pt-BR" sz="12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6" name="PlaceHolder 4"/>
          <p:cNvSpPr>
            <a:spLocks noGrp="1"/>
          </p:cNvSpPr>
          <p:nvPr>
            <p:ph type="ftr" idx="23"/>
          </p:nvPr>
        </p:nvSpPr>
        <p:spPr>
          <a:xfrm>
            <a:off x="4038480" y="6356520"/>
            <a:ext cx="411408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pt-BR" sz="1400" b="0" u="none" strike="noStrike">
                <a:solidFill>
                  <a:srgbClr val="ffffff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pt-BR" sz="1400" b="0" u="none" strike="noStrike">
                <a:solidFill>
                  <a:srgbClr val="ffffff"/>
                </a:solidFill>
                <a:effectLst/>
                <a:uFillTx/>
                <a:latin typeface="Times New Roman"/>
              </a:rPr>
              <a:t>&lt;rodapé&gt;</a:t>
            </a:r>
            <a:endParaRPr lang="pt-BR" sz="1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7" name="PlaceHolder 5"/>
          <p:cNvSpPr>
            <a:spLocks noGrp="1"/>
          </p:cNvSpPr>
          <p:nvPr>
            <p:ph type="sldNum" idx="24"/>
          </p:nvPr>
        </p:nvSpPr>
        <p:spPr>
          <a:xfrm>
            <a:off x="8611200" y="6356520"/>
            <a:ext cx="274248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pt-BR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914EB4FC-CF13-4F34-8633-C20848C6A3C3}" type="slidenum">
              <a:rPr lang="pt-BR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&lt;número&gt;</a:t>
            </a:fld>
            <a:endParaRPr lang="pt-BR" sz="12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Texto e Título Vertical">
    <p:bg>
      <p:bgPr>
        <a:solidFill>
          <a:srgbClr val="6c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PlaceHolder 1"/>
          <p:cNvSpPr>
            <a:spLocks noGrp="1"/>
          </p:cNvSpPr>
          <p:nvPr>
            <p:ph type="title"/>
          </p:nvPr>
        </p:nvSpPr>
        <p:spPr>
          <a:xfrm>
            <a:off x="8725680" y="365040"/>
            <a:ext cx="2628360" cy="5810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 vert="eaVert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lang="pt-BR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Clique para editar o título Mestre</a:t>
            </a:r>
            <a:endParaRPr lang="pt-BR" sz="4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9" name="PlaceHolder 2"/>
          <p:cNvSpPr>
            <a:spLocks noGrp="1"/>
          </p:cNvSpPr>
          <p:nvPr>
            <p:ph type="body"/>
          </p:nvPr>
        </p:nvSpPr>
        <p:spPr>
          <a:xfrm>
            <a:off x="838080" y="365040"/>
            <a:ext cx="7733880" cy="5810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pt-BR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Clique para editar os estilos de texto Mestres</a:t>
            </a:r>
            <a:endParaRPr lang="pt-BR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pt-BR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Segundo nível</a:t>
            </a:r>
            <a:endParaRPr lang="pt-BR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pt-BR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Terceiro nível</a:t>
            </a:r>
            <a:endParaRPr lang="pt-BR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pt-BR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Quarto nível</a:t>
            </a:r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pt-BR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Quinto nível</a:t>
            </a:r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0" name="PlaceHolder 3"/>
          <p:cNvSpPr>
            <a:spLocks noGrp="1"/>
          </p:cNvSpPr>
          <p:nvPr>
            <p:ph type="dt" idx="25"/>
          </p:nvPr>
        </p:nvSpPr>
        <p:spPr>
          <a:xfrm>
            <a:off x="838080" y="6356520"/>
            <a:ext cx="274248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pt-BR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pt-BR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&lt;data/hora&gt;</a:t>
            </a:r>
            <a:endParaRPr lang="pt-BR" sz="12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51" name="PlaceHolder 4"/>
          <p:cNvSpPr>
            <a:spLocks noGrp="1"/>
          </p:cNvSpPr>
          <p:nvPr>
            <p:ph type="ftr" idx="26"/>
          </p:nvPr>
        </p:nvSpPr>
        <p:spPr>
          <a:xfrm>
            <a:off x="4038480" y="6356520"/>
            <a:ext cx="411408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pt-BR" sz="1400" b="0" u="none" strike="noStrike">
                <a:solidFill>
                  <a:srgbClr val="ffffff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pt-BR" sz="1400" b="0" u="none" strike="noStrike">
                <a:solidFill>
                  <a:srgbClr val="ffffff"/>
                </a:solidFill>
                <a:effectLst/>
                <a:uFillTx/>
                <a:latin typeface="Times New Roman"/>
              </a:rPr>
              <a:t>&lt;rodapé&gt;</a:t>
            </a:r>
            <a:endParaRPr lang="pt-BR" sz="1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52" name="PlaceHolder 5"/>
          <p:cNvSpPr>
            <a:spLocks noGrp="1"/>
          </p:cNvSpPr>
          <p:nvPr>
            <p:ph type="sldNum" idx="27"/>
          </p:nvPr>
        </p:nvSpPr>
        <p:spPr>
          <a:xfrm>
            <a:off x="8611200" y="6356520"/>
            <a:ext cx="274248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pt-BR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D23288EA-FB86-471D-8DE9-122035E6CD57}" type="slidenum">
              <a:rPr lang="pt-BR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&lt;número&gt;</a:t>
            </a:fld>
            <a:endParaRPr lang="pt-BR" sz="12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ítulo e Conteúdo">
    <p:bg>
      <p:bgPr>
        <a:solidFill>
          <a:srgbClr val="6c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600" cy="1324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lang="pt-BR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Clique para editar o título Mestre</a:t>
            </a:r>
            <a:endParaRPr lang="pt-BR" sz="4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4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10515600" cy="4350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pt-BR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Clique para editar os estilos de texto Mestres</a:t>
            </a:r>
            <a:endParaRPr lang="pt-BR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pt-BR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Segundo nível</a:t>
            </a:r>
            <a:endParaRPr lang="pt-BR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pt-BR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Terceiro nível</a:t>
            </a:r>
            <a:endParaRPr lang="pt-BR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pt-BR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Quarto nível</a:t>
            </a:r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pt-BR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Quinto nível</a:t>
            </a:r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5" name="PlaceHolder 3"/>
          <p:cNvSpPr>
            <a:spLocks noGrp="1"/>
          </p:cNvSpPr>
          <p:nvPr>
            <p:ph type="dt" idx="28"/>
          </p:nvPr>
        </p:nvSpPr>
        <p:spPr>
          <a:xfrm>
            <a:off x="838080" y="6356520"/>
            <a:ext cx="274248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pt-BR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pt-BR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&lt;data/hora&gt;</a:t>
            </a:r>
            <a:endParaRPr lang="pt-BR" sz="12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56" name="PlaceHolder 4"/>
          <p:cNvSpPr>
            <a:spLocks noGrp="1"/>
          </p:cNvSpPr>
          <p:nvPr>
            <p:ph type="ftr" idx="29"/>
          </p:nvPr>
        </p:nvSpPr>
        <p:spPr>
          <a:xfrm>
            <a:off x="4038480" y="6356520"/>
            <a:ext cx="411408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pt-BR" sz="1400" b="0" u="none" strike="noStrike">
                <a:solidFill>
                  <a:srgbClr val="ffffff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pt-BR" sz="1400" b="0" u="none" strike="noStrike">
                <a:solidFill>
                  <a:srgbClr val="ffffff"/>
                </a:solidFill>
                <a:effectLst/>
                <a:uFillTx/>
                <a:latin typeface="Times New Roman"/>
              </a:rPr>
              <a:t>&lt;rodapé&gt;</a:t>
            </a:r>
            <a:endParaRPr lang="pt-BR" sz="1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57" name="PlaceHolder 5"/>
          <p:cNvSpPr>
            <a:spLocks noGrp="1"/>
          </p:cNvSpPr>
          <p:nvPr>
            <p:ph type="sldNum" idx="30"/>
          </p:nvPr>
        </p:nvSpPr>
        <p:spPr>
          <a:xfrm>
            <a:off x="8611200" y="6356520"/>
            <a:ext cx="274248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pt-BR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A54E410B-B323-44E2-B43B-7F3F9315FCF9}" type="slidenum">
              <a:rPr lang="pt-BR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&lt;número&gt;</a:t>
            </a:fld>
            <a:endParaRPr lang="pt-BR" sz="12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abeçalho da Seção">
    <p:bg>
      <p:bgPr>
        <a:solidFill>
          <a:srgbClr val="6c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PlaceHolder 1"/>
          <p:cNvSpPr>
            <a:spLocks noGrp="1"/>
          </p:cNvSpPr>
          <p:nvPr>
            <p:ph type="title"/>
          </p:nvPr>
        </p:nvSpPr>
        <p:spPr>
          <a:xfrm>
            <a:off x="831960" y="1709640"/>
            <a:ext cx="10515600" cy="2851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lang="pt-BR" sz="60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Clique para editar o título Mestre</a:t>
            </a:r>
            <a:endParaRPr lang="pt-BR" sz="6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9" name="PlaceHolder 2"/>
          <p:cNvSpPr>
            <a:spLocks noGrp="1"/>
          </p:cNvSpPr>
          <p:nvPr>
            <p:ph type="body"/>
          </p:nvPr>
        </p:nvSpPr>
        <p:spPr>
          <a:xfrm>
            <a:off x="831960" y="4589640"/>
            <a:ext cx="10515600" cy="1499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lang="pt-BR" sz="24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Clique para editar os estilos de texto Mestres</a:t>
            </a:r>
            <a:endParaRPr lang="pt-BR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0" name="PlaceHolder 3"/>
          <p:cNvSpPr>
            <a:spLocks noGrp="1"/>
          </p:cNvSpPr>
          <p:nvPr>
            <p:ph type="dt" idx="31"/>
          </p:nvPr>
        </p:nvSpPr>
        <p:spPr>
          <a:xfrm>
            <a:off x="838080" y="6356520"/>
            <a:ext cx="274248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pt-BR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pt-BR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&lt;data/hora&gt;</a:t>
            </a:r>
            <a:endParaRPr lang="pt-BR" sz="12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61" name="PlaceHolder 4"/>
          <p:cNvSpPr>
            <a:spLocks noGrp="1"/>
          </p:cNvSpPr>
          <p:nvPr>
            <p:ph type="ftr" idx="32"/>
          </p:nvPr>
        </p:nvSpPr>
        <p:spPr>
          <a:xfrm>
            <a:off x="4038480" y="6356520"/>
            <a:ext cx="411408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pt-BR" sz="1400" b="0" u="none" strike="noStrike">
                <a:solidFill>
                  <a:srgbClr val="ffffff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pt-BR" sz="1400" b="0" u="none" strike="noStrike">
                <a:solidFill>
                  <a:srgbClr val="ffffff"/>
                </a:solidFill>
                <a:effectLst/>
                <a:uFillTx/>
                <a:latin typeface="Times New Roman"/>
              </a:rPr>
              <a:t>&lt;rodapé&gt;</a:t>
            </a:r>
            <a:endParaRPr lang="pt-BR" sz="1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62" name="PlaceHolder 5"/>
          <p:cNvSpPr>
            <a:spLocks noGrp="1"/>
          </p:cNvSpPr>
          <p:nvPr>
            <p:ph type="sldNum" idx="33"/>
          </p:nvPr>
        </p:nvSpPr>
        <p:spPr>
          <a:xfrm>
            <a:off x="8611200" y="6356520"/>
            <a:ext cx="274248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pt-BR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0BE62DFC-3B9A-4130-9D0C-BF0CEA6AF81A}" type="slidenum">
              <a:rPr lang="pt-BR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&lt;número&gt;</a:t>
            </a:fld>
            <a:endParaRPr lang="pt-BR" sz="12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10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0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0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CaixaDeTexto 4"/>
          <p:cNvSpPr/>
          <p:nvPr/>
        </p:nvSpPr>
        <p:spPr>
          <a:xfrm>
            <a:off x="2226600" y="1256760"/>
            <a:ext cx="7738560" cy="301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pt-BR" sz="4800" b="1" u="none" strike="noStrike">
                <a:solidFill>
                  <a:srgbClr val="000000"/>
                </a:solidFill>
                <a:effectLst/>
                <a:uFillTx/>
                <a:latin typeface="Segoe UI Variable Display Semib"/>
              </a:rPr>
              <a:t>O Efeito da entrada no Programa Olho Vivo sobre a letalidade policial no estado de São Paulo </a:t>
            </a:r>
            <a:endParaRPr lang="pt-BR" sz="4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CaixaDeTexto 5"/>
          <p:cNvSpPr/>
          <p:nvPr/>
        </p:nvSpPr>
        <p:spPr>
          <a:xfrm>
            <a:off x="2909160" y="4944600"/>
            <a:ext cx="6373440" cy="943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pt-BR" sz="2800" b="1" u="none" strike="noStrike">
                <a:solidFill>
                  <a:srgbClr val="000000"/>
                </a:solidFill>
                <a:effectLst/>
                <a:uFillTx/>
                <a:latin typeface="Segoe UI Light"/>
              </a:rPr>
              <a:t>Andrei Schoschlakow Bonifácio</a:t>
            </a:r>
            <a:endParaRPr lang="pt-B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lang="pt-BR" sz="2800" b="1" u="none" strike="noStrike">
                <a:solidFill>
                  <a:srgbClr val="000000"/>
                </a:solidFill>
                <a:effectLst/>
                <a:uFillTx/>
                <a:latin typeface="Segoe UI Light"/>
              </a:rPr>
              <a:t>Felipe Ferreira Alexandre</a:t>
            </a:r>
            <a:endParaRPr lang="pt-B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CaixaDeTexto 2"/>
          <p:cNvSpPr/>
          <p:nvPr/>
        </p:nvSpPr>
        <p:spPr>
          <a:xfrm>
            <a:off x="385200" y="428400"/>
            <a:ext cx="1142172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pt-BR" sz="3600" b="1" u="none" strike="noStrike">
                <a:solidFill>
                  <a:srgbClr val="000000"/>
                </a:solidFill>
                <a:effectLst/>
                <a:uFillTx/>
                <a:latin typeface="Segoe UI Variable Display Semib"/>
              </a:rPr>
              <a:t>Introdução</a:t>
            </a:r>
            <a:endParaRPr lang="pt-BR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CaixaDeTexto 8"/>
          <p:cNvSpPr/>
          <p:nvPr/>
        </p:nvSpPr>
        <p:spPr>
          <a:xfrm>
            <a:off x="385560" y="1256760"/>
            <a:ext cx="11421720" cy="63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" name=""/>
          <p:cNvSpPr txBox="1"/>
          <p:nvPr/>
        </p:nvSpPr>
        <p:spPr>
          <a:xfrm>
            <a:off x="396000" y="1295640"/>
            <a:ext cx="11340000" cy="5440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r>
              <a:rPr lang="pt-BR" sz="1800" b="0" u="none" strike="noStrike">
                <a:solidFill>
                  <a:srgbClr val="000000"/>
                </a:solidFill>
                <a:effectLst/>
                <a:uFillTx/>
                <a:latin typeface="Segoe UI Semilight"/>
              </a:rPr>
              <a:t>A polícia possui autoridade legal para empregar força, inclusive letal em situações extremas, exigindo mecanismos robustos de controle, supervisão e responsabilização para garantir legitimidade e proteção de direitos. </a:t>
            </a:r>
            <a:endParaRPr lang="pt-BR" sz="1800" b="0" u="none" strike="noStrike">
              <a:solidFill>
                <a:srgbClr val="000000"/>
              </a:solidFill>
              <a:effectLst/>
              <a:uFillTx/>
              <a:latin typeface="Segoe UI Semilight"/>
            </a:endParaRPr>
          </a:p>
          <a:p>
            <a:r>
              <a:rPr lang="pt-BR" sz="1800" b="0" u="none" strike="noStrike">
                <a:solidFill>
                  <a:srgbClr val="000000"/>
                </a:solidFill>
                <a:effectLst/>
                <a:uFillTx/>
                <a:latin typeface="Segoe UI Semilight"/>
              </a:rPr>
              <a:t>A adoção de câmeras corporais expandiu-se internacionalmente como instrumento de transparência e accountability, tornando abordagens policiais auditáveis e tornando os registros mais precisos. </a:t>
            </a:r>
            <a:endParaRPr lang="pt-BR" sz="1800" b="0" u="none" strike="noStrike">
              <a:solidFill>
                <a:srgbClr val="000000"/>
              </a:solidFill>
              <a:effectLst/>
              <a:uFillTx/>
              <a:latin typeface="Segoe UI Semilight"/>
            </a:endParaRPr>
          </a:p>
          <a:p>
            <a:r>
              <a:rPr lang="pt-BR" sz="1800" b="0" u="none" strike="noStrike">
                <a:solidFill>
                  <a:srgbClr val="000000"/>
                </a:solidFill>
                <a:effectLst/>
                <a:uFillTx/>
                <a:latin typeface="Segoe UI Semilight"/>
              </a:rPr>
              <a:t>Porém, as evidências empíricas sobre câmeras corporais são heterogêneas, indicando que seus efeitos dependem principalmente das regras de uso, supervisão, armazenamento das imagens e responsabilização institucional. </a:t>
            </a:r>
            <a:endParaRPr lang="pt-BR" sz="1800" b="0" u="none" strike="noStrike">
              <a:solidFill>
                <a:srgbClr val="000000"/>
              </a:solidFill>
              <a:effectLst/>
              <a:uFillTx/>
              <a:latin typeface="Segoe UI Semilight"/>
            </a:endParaRPr>
          </a:p>
          <a:p>
            <a:r>
              <a:rPr lang="pt-BR" sz="1800" b="0" u="none" strike="noStrike">
                <a:solidFill>
                  <a:srgbClr val="000000"/>
                </a:solidFill>
                <a:effectLst/>
                <a:uFillTx/>
                <a:latin typeface="Segoe UI Semilight"/>
              </a:rPr>
              <a:t>No contexto brasileiro, marcado por elevada letalidade policial e desigualdades estruturais, as câmeras corporais podem produzir impactos mais amplos sobre mortes decorrentes de intervenções policiais e confiança pública. </a:t>
            </a:r>
            <a:endParaRPr lang="pt-BR" sz="1800" b="0" u="none" strike="noStrike">
              <a:solidFill>
                <a:srgbClr val="000000"/>
              </a:solidFill>
              <a:effectLst/>
              <a:uFillTx/>
              <a:latin typeface="Segoe UI Semilight"/>
            </a:endParaRPr>
          </a:p>
          <a:p>
            <a:r>
              <a:rPr lang="pt-BR" sz="1800" b="0" u="none" strike="noStrike">
                <a:solidFill>
                  <a:srgbClr val="000000"/>
                </a:solidFill>
                <a:effectLst/>
                <a:uFillTx/>
                <a:latin typeface="Segoe UI Semilight"/>
              </a:rPr>
              <a:t>Avaliar o efeito das câmeras corporais no Brasil é desafiador, pois sua implementação frequentemente coincide com reformas institucionais mais amplas, mudanças operacionais e maior escrutínio social sobre a atuação policial.</a:t>
            </a:r>
            <a:endParaRPr lang="pt-BR" sz="1800" b="0" u="none" strike="noStrike">
              <a:solidFill>
                <a:srgbClr val="000000"/>
              </a:solidFill>
              <a:effectLst/>
              <a:uFillTx/>
              <a:latin typeface="Segoe UI Semilight"/>
            </a:endParaRPr>
          </a:p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Segoe UI Semilight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CaixaDeTexto 1"/>
          <p:cNvSpPr/>
          <p:nvPr/>
        </p:nvSpPr>
        <p:spPr>
          <a:xfrm>
            <a:off x="385200" y="428400"/>
            <a:ext cx="1125144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pt-BR" sz="3600" b="1" u="none" strike="noStrike">
                <a:solidFill>
                  <a:srgbClr val="000000"/>
                </a:solidFill>
                <a:effectLst/>
                <a:uFillTx/>
                <a:latin typeface="Segoe UI Variable Display Semib"/>
              </a:rPr>
              <a:t>Dados</a:t>
            </a:r>
            <a:endParaRPr lang="pt-BR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" name=""/>
          <p:cNvSpPr txBox="1"/>
          <p:nvPr/>
        </p:nvSpPr>
        <p:spPr>
          <a:xfrm>
            <a:off x="396000" y="1295640"/>
            <a:ext cx="11340000" cy="58006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r>
              <a:rPr lang="pt-BR" sz="1800" b="0" u="none" strike="noStrike">
                <a:solidFill>
                  <a:srgbClr val="000000"/>
                </a:solidFill>
                <a:effectLst/>
                <a:uFillTx/>
                <a:latin typeface="Segoe UI Semilight"/>
              </a:rPr>
              <a:t>Este trabalho utiliza informações administrativas sobre mortes decorrentes de intervenção policial no Estado de São Paulo, combinadas a uma base de tratamento que identifica a entrada de unidades da Polícia Militar do Estado de São Paulo no Programa Olho Vivo. O objetivo é construir um painel de unidades policiais ao longo do tempo, permitindo comparar a trajetórida letalidade policial entre batalhões que passaram a utilizar câmeras corporais e batalhões ainda não tratados ou não tratados no período de análise.</a:t>
            </a:r>
            <a:endParaRPr lang="pt-BR" sz="1800" b="0" u="none" strike="noStrike">
              <a:solidFill>
                <a:srgbClr val="000000"/>
              </a:solidFill>
              <a:effectLst/>
              <a:uFillTx/>
              <a:latin typeface="Segoe UI Semilight"/>
            </a:endParaRPr>
          </a:p>
          <a:p>
            <a:r>
              <a:rPr lang="pt-BR" sz="1800" b="0" u="none" strike="noStrike">
                <a:solidFill>
                  <a:srgbClr val="000000"/>
                </a:solidFill>
                <a:effectLst/>
                <a:uFillTx/>
                <a:latin typeface="Segoe UI Semilight"/>
              </a:rPr>
              <a:t>A principal base de resultado é composta por registros de mortes decorrentes de intervenção policial, doravante MDIP. Esses registros incluem informações sobre o ano e o mês estatístico da ocorrência, data do fato, corporação envolvida, situação do agente, município, circunscrição policial, companhia, batalhão, comando, além de características da vítima, como idade, sexo e raça/cor.</a:t>
            </a:r>
            <a:endParaRPr lang="pt-BR" sz="1800" b="0" u="none" strike="noStrike">
              <a:solidFill>
                <a:srgbClr val="000000"/>
              </a:solidFill>
              <a:effectLst/>
              <a:uFillTx/>
              <a:latin typeface="Segoe UI Semilight"/>
            </a:endParaRPr>
          </a:p>
          <a:p>
            <a:r>
              <a:rPr lang="pt-BR" sz="1800" b="0" u="none" strike="noStrike">
                <a:solidFill>
                  <a:srgbClr val="000000"/>
                </a:solidFill>
                <a:effectLst/>
                <a:uFillTx/>
                <a:latin typeface="Segoe UI Semilight"/>
              </a:rPr>
              <a:t>Para a análise principal, opta-se pelo nível de batalhão, construindo uma base em painel </a:t>
            </a:r>
            <a:r>
              <a:rPr lang="pt-BR" sz="1800" b="1" u="none" strike="noStrike">
                <a:solidFill>
                  <a:srgbClr val="000000"/>
                </a:solidFill>
                <a:effectLst/>
                <a:uFillTx/>
                <a:latin typeface="Segoe UI Semilight"/>
              </a:rPr>
              <a:t>batalhão × mês</a:t>
            </a:r>
            <a:r>
              <a:rPr lang="pt-BR" sz="1800" b="0" u="none" strike="noStrike">
                <a:solidFill>
                  <a:srgbClr val="000000"/>
                </a:solidFill>
                <a:effectLst/>
                <a:uFillTx/>
                <a:latin typeface="Segoe UI Semilight"/>
              </a:rPr>
              <a:t>, por duas razões: </a:t>
            </a:r>
            <a:br>
              <a:rPr sz="1800"/>
            </a:br>
            <a:r>
              <a:rPr lang="pt-BR" sz="1800" b="0" u="none" strike="noStrike">
                <a:solidFill>
                  <a:srgbClr val="000000"/>
                </a:solidFill>
                <a:effectLst/>
                <a:uFillTx/>
                <a:latin typeface="Segoe UI Semilight"/>
              </a:rPr>
              <a:t>     1. A implantação das câmeras corporais no Programa Olho Vivo foi organizada e divulgada principalmente por batalhões e unidades policiais, com entrada em fases sucessivas. </a:t>
            </a:r>
            <a:br>
              <a:rPr sz="1800"/>
            </a:br>
            <a:r>
              <a:rPr lang="pt-BR" sz="1800" b="0" u="none" strike="noStrike">
                <a:solidFill>
                  <a:srgbClr val="000000"/>
                </a:solidFill>
                <a:effectLst/>
                <a:uFillTx/>
                <a:latin typeface="Segoe UI Semilight"/>
              </a:rPr>
              <a:t>     2. A base de MDIP fornecida contém identificação do batalhão associado ao evento, permitindo observar a evolução mensal da letalidade em cada unidade. </a:t>
            </a:r>
            <a:endParaRPr lang="pt-BR" sz="1800" b="0" u="none" strike="noStrike">
              <a:solidFill>
                <a:srgbClr val="000000"/>
              </a:solidFill>
              <a:effectLst/>
              <a:uFillTx/>
              <a:latin typeface="Segoe UI Semilight"/>
            </a:endParaRPr>
          </a:p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Segoe UI Semilight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CaixaDeTexto 6"/>
          <p:cNvSpPr/>
          <p:nvPr/>
        </p:nvSpPr>
        <p:spPr>
          <a:xfrm>
            <a:off x="385560" y="428760"/>
            <a:ext cx="1125144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pt-BR" sz="3600" b="1" u="none" strike="noStrike">
                <a:solidFill>
                  <a:srgbClr val="000000"/>
                </a:solidFill>
                <a:effectLst/>
                <a:uFillTx/>
                <a:latin typeface="Segoe UI Variable Display Semib"/>
              </a:rPr>
              <a:t>Metodologia</a:t>
            </a:r>
            <a:endParaRPr lang="pt-BR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" name=""/>
          <p:cNvSpPr txBox="1"/>
          <p:nvPr/>
        </p:nvSpPr>
        <p:spPr>
          <a:xfrm>
            <a:off x="396000" y="1296000"/>
            <a:ext cx="11340000" cy="43351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pt-BR" sz="1800" b="0" u="none" strike="noStrike">
                <a:solidFill>
                  <a:srgbClr val="000000"/>
                </a:solidFill>
                <a:effectLst/>
                <a:uFillTx/>
                <a:latin typeface="Segoe UI Semilight"/>
                <a:ea typeface="Microsoft YaHei"/>
              </a:rPr>
              <a:t>Foi utilizado o método de diferença-em-diferenças com múltiplos períodos e adoção escalonada (Callaway e Sant’Anna), pois as câmeras corporais não foram implementadas simultaneamente em todos os batalhões (alguns em agosto de 2020, outros em junho de 2021 e outros em ondas posteriores). </a:t>
            </a:r>
            <a:r>
              <a:rPr lang="pt-BR" sz="1800" b="0" u="none" strike="noStrike">
                <a:solidFill>
                  <a:srgbClr val="000000"/>
                </a:solidFill>
                <a:effectLst/>
                <a:uFillTx/>
                <a:latin typeface="Segoe UI Semilight"/>
              </a:rPr>
              <a:t>A hipótese central do modelo é a de tendências paralelas condicionais.</a:t>
            </a:r>
            <a:endParaRPr lang="pt-BR" sz="1800" b="0" u="none" strike="noStrike">
              <a:solidFill>
                <a:srgbClr val="000000"/>
              </a:solidFill>
              <a:effectLst/>
              <a:uFillTx/>
              <a:latin typeface="Segoe UI Semilight"/>
            </a:endParaRPr>
          </a:p>
        </p:txBody>
      </p:sp>
      <p:pic>
        <p:nvPicPr>
          <p:cNvPr id="78" name=""/>
          <p:cNvPicPr/>
          <p:nvPr/>
        </p:nvPicPr>
        <p:blipFill>
          <a:blip r:embed="rId1"/>
          <a:srcRect l="9351" t="6640" r="9133" b="51361"/>
          <a:stretch/>
        </p:blipFill>
        <p:spPr>
          <a:xfrm>
            <a:off x="216000" y="2520000"/>
            <a:ext cx="6084000" cy="40561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79" name=""/>
          <p:cNvPicPr/>
          <p:nvPr/>
        </p:nvPicPr>
        <p:blipFill>
          <a:blip r:embed="rId2"/>
          <a:srcRect l="8495" t="46842" r="9989" b="16408"/>
          <a:stretch/>
        </p:blipFill>
        <p:spPr>
          <a:xfrm>
            <a:off x="6197400" y="2880000"/>
            <a:ext cx="5631120" cy="32846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CaixaDeTexto 3"/>
          <p:cNvSpPr/>
          <p:nvPr/>
        </p:nvSpPr>
        <p:spPr>
          <a:xfrm>
            <a:off x="385200" y="428400"/>
            <a:ext cx="1142172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pt-BR" sz="3600" b="1" u="none" strike="noStrike">
                <a:solidFill>
                  <a:srgbClr val="000000"/>
                </a:solidFill>
                <a:effectLst/>
                <a:uFillTx/>
                <a:latin typeface="Segoe UI Variable Display Semib"/>
              </a:rPr>
              <a:t>Resultados</a:t>
            </a:r>
            <a:endParaRPr lang="pt-BR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CaixaDeTexto 7"/>
          <p:cNvSpPr/>
          <p:nvPr/>
        </p:nvSpPr>
        <p:spPr>
          <a:xfrm>
            <a:off x="385200" y="428760"/>
            <a:ext cx="1142172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pt-BR" sz="3600" b="1" u="none" strike="noStrike">
                <a:solidFill>
                  <a:srgbClr val="000000"/>
                </a:solidFill>
                <a:effectLst/>
                <a:uFillTx/>
                <a:latin typeface="Segoe UI Variable Display Semib"/>
              </a:rPr>
              <a:t>Conclusão</a:t>
            </a:r>
            <a:endParaRPr lang="pt-BR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Tema do Offic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 pitchFamily="0" charset="1"/>
        <a:ea typeface=""/>
        <a:cs typeface=""/>
      </a:majorFont>
      <a:minorFont>
        <a:latin typeface="Aptos" panose="0211000402020202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  <a:ln w="2540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2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>Slice</Template>
  <TotalTime>2024</TotalTime>
  <Application>LibreOffice/25.8.7.1$Windows_X86_64 LibreOffice_project/39c3b7ac021cfb9f4ca681457ad36828f90e2ce7</Application>
  <AppVersion>15.0000</AppVersion>
  <Words>1694</Words>
  <Paragraphs>59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2025-10-08T12:24:17Z</dcterms:created>
  <dc:creator>Andrei Bonifácio</dc:creator>
  <dc:description/>
  <dc:language>pt-BR</dc:language>
  <cp:lastModifiedBy/>
  <dcterms:modified xsi:type="dcterms:W3CDTF">2026-06-22T19:35:55Z</dcterms:modified>
  <cp:revision>50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1</vt:i4>
  </property>
  <property fmtid="{D5CDD505-2E9C-101B-9397-08002B2CF9AE}" pid="3" name="PresentationFormat">
    <vt:lpwstr>Widescreen</vt:lpwstr>
  </property>
  <property fmtid="{D5CDD505-2E9C-101B-9397-08002B2CF9AE}" pid="4" name="Slides">
    <vt:i4>13</vt:i4>
  </property>
</Properties>
</file>